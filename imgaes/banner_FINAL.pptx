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972800" cy="196532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27A6D5-D53B-453D-A936-9F21B8ED31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48640" y="459720"/>
            <a:ext cx="98751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497DF0-86D4-45F2-AF62-98CB22667B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98751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72F0B4-805B-434F-8355-8FD0329F51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9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08800" y="459720"/>
            <a:ext cx="48189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7EFEE8-A141-4014-9654-D2F5F867AB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76715F-E154-4ABF-B09B-F5F3E10440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48640" y="78120"/>
            <a:ext cx="9875160" cy="151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127033-2F4C-4B73-9C36-EAAB62E67A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08800" y="459720"/>
            <a:ext cx="48189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48640" y="105480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E6F5A3-8690-4A5B-8738-CF6D9AEFEB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9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08800" y="45972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08800" y="105480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F47D60-6F5A-45B1-A8DE-EDC7F50710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08800" y="45972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8640" y="1054800"/>
            <a:ext cx="98751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9D7A2F-DAA5-41DB-9447-E12B89F854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98751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8640" y="1054800"/>
            <a:ext cx="98751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C9FAE9-DC57-45DD-9991-DEF33C1F84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08800" y="45972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48640" y="105480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08800" y="1054800"/>
            <a:ext cx="481896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8CBA7F-727E-4FBA-AFFA-649D5C060A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-705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87640" y="45972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226280" y="45972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48640" y="105480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87640" y="105480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226280" y="105480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0FEDAD-AA39-4E0C-94D1-354E5FC5F8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4920" y="1821960"/>
            <a:ext cx="3700080" cy="10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749720" y="1821960"/>
            <a:ext cx="2465640" cy="10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C52C39-F3DD-4221-A9F7-75A4BCFC147D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754200" y="1821960"/>
            <a:ext cx="2465640" cy="10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48640" y="78120"/>
            <a:ext cx="9875160" cy="32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48640" y="459720"/>
            <a:ext cx="98751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42" name="TextBox 1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Setup and Foundations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45" name="TextBox 3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Point Pattern Analysis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48" name="TextBox 2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Spatial Autocorrelation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51" name="TextBox 4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Spatial Regression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4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54" name="TextBox 5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Spatial Cluster Analysis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57" name="TextBox 6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Disease Mapping and Bayesian Smoothing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6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60" name="TextBox 7"/>
          <p:cNvSpPr/>
          <p:nvPr/>
        </p:nvSpPr>
        <p:spPr>
          <a:xfrm>
            <a:off x="0" y="433440"/>
            <a:ext cx="10969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Disease Mapping and Bayesian Smoothing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000" spc="-1" strike="noStrike"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7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63" name="TextBox 8"/>
          <p:cNvSpPr/>
          <p:nvPr/>
        </p:nvSpPr>
        <p:spPr>
          <a:xfrm>
            <a:off x="0" y="433440"/>
            <a:ext cx="109699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Geographically Weighted Models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8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66" name="TextBox 9"/>
          <p:cNvSpPr/>
          <p:nvPr/>
        </p:nvSpPr>
        <p:spPr>
          <a:xfrm>
            <a:off x="0" y="433440"/>
            <a:ext cx="109699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Spatial Interpolation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9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69" name="TextBox 10"/>
          <p:cNvSpPr/>
          <p:nvPr/>
        </p:nvSpPr>
        <p:spPr>
          <a:xfrm>
            <a:off x="0" y="433440"/>
            <a:ext cx="109699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Spatial Sampling and Design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0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72" name="TextBox 11"/>
          <p:cNvSpPr/>
          <p:nvPr/>
        </p:nvSpPr>
        <p:spPr>
          <a:xfrm>
            <a:off x="0" y="433440"/>
            <a:ext cx="109699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Spatio-Temporal Analysis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1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7680" cy="1773000"/>
          </a:xfrm>
          <a:prstGeom prst="rect">
            <a:avLst/>
          </a:prstGeom>
          <a:ln w="0">
            <a:noFill/>
          </a:ln>
        </p:spPr>
      </p:pic>
      <p:sp>
        <p:nvSpPr>
          <p:cNvPr id="75" name="TextBox 12"/>
          <p:cNvSpPr/>
          <p:nvPr/>
        </p:nvSpPr>
        <p:spPr>
          <a:xfrm>
            <a:off x="0" y="433440"/>
            <a:ext cx="109699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PySpatialStats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Spatial Statistics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Spatial Sampling and Design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8458200" y="433440"/>
            <a:ext cx="22860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1887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2026-09-23T08:01:10Z</dcterms:modified>
  <cp:revision>27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2</vt:r8>
  </property>
</Properties>
</file>